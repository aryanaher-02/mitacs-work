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3"/>
  </p:notesMasterIdLst>
  <p:sldIdLst>
    <p:sldId id="256" r:id="rId3"/>
    <p:sldId id="257" r:id="rId4"/>
    <p:sldId id="258" r:id="rId5"/>
    <p:sldId id="259" r:id="rId6"/>
    <p:sldId id="260" r:id="rId7"/>
    <p:sldId id="261" r:id="rId8"/>
    <p:sldId id="262" r:id="rId9"/>
    <p:sldId id="263" r:id="rId10"/>
    <p:sldId id="264" r:id="rId11"/>
    <p:sldId id="265" r:id="rId12"/>
  </p:sldIdLst>
  <p:sldSz cx="9144000" cy="5143500" type="screen16x9"/>
  <p:notesSz cx="6858000" cy="9144000"/>
  <p:embeddedFontLst>
    <p:embeddedFont>
      <p:font typeface="Roboto" panose="02000000000000000000"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font" Target="fonts/font2.fntdata"/><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e4904e9908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e4904e9908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e4904e9908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e4904e9908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e4904e9908_0_2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e4904e9908_0_2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e4904e9908_0_2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e4904e9908_0_2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e4904e9908_0_2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e4904e9908_0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e4904e9908_0_2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e4904e9908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e4904e9908_0_2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e4904e9908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e4904e9908_0_2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e4904e9908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e4904e9908_0_2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e4904e9908_0_2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e4904e9908_0_2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e4904e9908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54"/>
        <p:cNvGrpSpPr/>
        <p:nvPr/>
      </p:nvGrpSpPr>
      <p:grpSpPr>
        <a:xfrm>
          <a:off x="0" y="0"/>
          <a:ext cx="0" cy="0"/>
          <a:chOff x="0" y="0"/>
          <a:chExt cx="0" cy="0"/>
        </a:xfrm>
      </p:grpSpPr>
      <p:grpSp>
        <p:nvGrpSpPr>
          <p:cNvPr id="55" name="Google Shape;55;p14"/>
          <p:cNvGrpSpPr/>
          <p:nvPr/>
        </p:nvGrpSpPr>
        <p:grpSpPr>
          <a:xfrm>
            <a:off x="6098378" y="5"/>
            <a:ext cx="3045625" cy="2030570"/>
            <a:chOff x="6098378" y="5"/>
            <a:chExt cx="3045625" cy="2030570"/>
          </a:xfrm>
        </p:grpSpPr>
        <p:sp>
          <p:nvSpPr>
            <p:cNvPr id="56" name="Google Shape;56;p14"/>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4"/>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14"/>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4"/>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14"/>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 name="Google Shape;61;p14"/>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lvl1pPr lvl="0" rtl="0">
              <a:spcBef>
                <a:spcPts val="0"/>
              </a:spcBef>
              <a:spcAft>
                <a:spcPts val="0"/>
              </a:spcAft>
              <a:buClr>
                <a:schemeClr val="lt1"/>
              </a:buClr>
              <a:buSzPts val="4200"/>
              <a:buNone/>
              <a:defRPr sz="42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
        <p:nvSpPr>
          <p:cNvPr id="62" name="Google Shape;62;p14"/>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1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a:endParaRPr/>
          </a:p>
        </p:txBody>
      </p:sp>
      <p:sp>
        <p:nvSpPr>
          <p:cNvPr id="63" name="Google Shape;63;p1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64"/>
        <p:cNvGrpSpPr/>
        <p:nvPr/>
      </p:nvGrpSpPr>
      <p:grpSpPr>
        <a:xfrm>
          <a:off x="0" y="0"/>
          <a:ext cx="0" cy="0"/>
          <a:chOff x="0" y="0"/>
          <a:chExt cx="0" cy="0"/>
        </a:xfrm>
      </p:grpSpPr>
      <p:grpSp>
        <p:nvGrpSpPr>
          <p:cNvPr id="65" name="Google Shape;65;p15"/>
          <p:cNvGrpSpPr/>
          <p:nvPr/>
        </p:nvGrpSpPr>
        <p:grpSpPr>
          <a:xfrm>
            <a:off x="6098378" y="5"/>
            <a:ext cx="3045625" cy="2030570"/>
            <a:chOff x="6098378" y="5"/>
            <a:chExt cx="3045625" cy="2030570"/>
          </a:xfrm>
        </p:grpSpPr>
        <p:sp>
          <p:nvSpPr>
            <p:cNvPr id="66" name="Google Shape;66;p15"/>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15"/>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5"/>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5"/>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5"/>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1" name="Google Shape;71;p15"/>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4200"/>
              <a:buNone/>
              <a:defRPr sz="42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
        <p:nvSpPr>
          <p:cNvPr id="72" name="Google Shape;72;p1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3"/>
        <p:cNvGrpSpPr/>
        <p:nvPr/>
      </p:nvGrpSpPr>
      <p:grpSpPr>
        <a:xfrm>
          <a:off x="0" y="0"/>
          <a:ext cx="0" cy="0"/>
          <a:chOff x="0" y="0"/>
          <a:chExt cx="0" cy="0"/>
        </a:xfrm>
      </p:grpSpPr>
      <p:grpSp>
        <p:nvGrpSpPr>
          <p:cNvPr id="74" name="Google Shape;74;p16"/>
          <p:cNvGrpSpPr/>
          <p:nvPr/>
        </p:nvGrpSpPr>
        <p:grpSpPr>
          <a:xfrm>
            <a:off x="0" y="3903669"/>
            <a:ext cx="9144000" cy="1239925"/>
            <a:chOff x="0" y="3903669"/>
            <a:chExt cx="9144000" cy="1239925"/>
          </a:xfrm>
        </p:grpSpPr>
        <p:sp>
          <p:nvSpPr>
            <p:cNvPr id="75" name="Google Shape;75;p16"/>
            <p:cNvSpPr/>
            <p:nvPr/>
          </p:nvSpPr>
          <p:spPr>
            <a:xfrm>
              <a:off x="8154895"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6"/>
            <p:cNvSpPr/>
            <p:nvPr/>
          </p:nvSpPr>
          <p:spPr>
            <a:xfrm flipH="1">
              <a:off x="6181163" y="3903669"/>
              <a:ext cx="989100" cy="9879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6"/>
            <p:cNvSpPr/>
            <p:nvPr/>
          </p:nvSpPr>
          <p:spPr>
            <a:xfrm>
              <a:off x="7170274" y="3903669"/>
              <a:ext cx="989100" cy="987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16"/>
            <p:cNvSpPr/>
            <p:nvPr/>
          </p:nvSpPr>
          <p:spPr>
            <a:xfrm rot="10800000">
              <a:off x="8154757" y="3903682"/>
              <a:ext cx="989100" cy="9879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6"/>
            <p:cNvSpPr/>
            <p:nvPr/>
          </p:nvSpPr>
          <p:spPr>
            <a:xfrm>
              <a:off x="0" y="4891594"/>
              <a:ext cx="9144000" cy="252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 name="Google Shape;80;p1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1" name="Google Shape;81;p16"/>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82" name="Google Shape;82;p16"/>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5" name="Google Shape;85;p17"/>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6" name="Google Shape;86;p17"/>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87" name="Google Shape;87;p1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0" name="Google Shape;90;p18"/>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93" name="Google Shape;93;p19"/>
          <p:cNvSpPr txBox="1">
            <a:spLocks noGrp="1"/>
          </p:cNvSpPr>
          <p:nvPr>
            <p:ph type="body" idx="1"/>
          </p:nvPr>
        </p:nvSpPr>
        <p:spPr>
          <a:xfrm>
            <a:off x="311700" y="1465804"/>
            <a:ext cx="2808000" cy="31032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94" name="Google Shape;94;p1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4"/>
        </a:solidFill>
        <a:effectLst/>
      </p:bgPr>
    </p:bg>
    <p:spTree>
      <p:nvGrpSpPr>
        <p:cNvPr id="1" name="Shape 95"/>
        <p:cNvGrpSpPr/>
        <p:nvPr/>
      </p:nvGrpSpPr>
      <p:grpSpPr>
        <a:xfrm>
          <a:off x="0" y="0"/>
          <a:ext cx="0" cy="0"/>
          <a:chOff x="0" y="0"/>
          <a:chExt cx="0" cy="0"/>
        </a:xfrm>
      </p:grpSpPr>
      <p:grpSp>
        <p:nvGrpSpPr>
          <p:cNvPr id="96" name="Google Shape;96;p20"/>
          <p:cNvGrpSpPr/>
          <p:nvPr/>
        </p:nvGrpSpPr>
        <p:grpSpPr>
          <a:xfrm>
            <a:off x="6098378" y="5"/>
            <a:ext cx="3045625" cy="2030570"/>
            <a:chOff x="6098378" y="5"/>
            <a:chExt cx="3045625" cy="2030570"/>
          </a:xfrm>
        </p:grpSpPr>
        <p:sp>
          <p:nvSpPr>
            <p:cNvPr id="97" name="Google Shape;97;p20"/>
            <p:cNvSpPr/>
            <p:nvPr/>
          </p:nvSpPr>
          <p:spPr>
            <a:xfrm>
              <a:off x="8128803" y="16"/>
              <a:ext cx="1015200" cy="1015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0"/>
            <p:cNvSpPr/>
            <p:nvPr/>
          </p:nvSpPr>
          <p:spPr>
            <a:xfrm flipH="1">
              <a:off x="7113463" y="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0"/>
            <p:cNvSpPr/>
            <p:nvPr/>
          </p:nvSpPr>
          <p:spPr>
            <a:xfrm rot="10800000" flipH="1">
              <a:off x="7113588" y="107"/>
              <a:ext cx="1015200" cy="10152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0"/>
            <p:cNvSpPr/>
            <p:nvPr/>
          </p:nvSpPr>
          <p:spPr>
            <a:xfrm rot="10800000">
              <a:off x="6098378" y="97"/>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0"/>
            <p:cNvSpPr/>
            <p:nvPr/>
          </p:nvSpPr>
          <p:spPr>
            <a:xfrm rot="10800000">
              <a:off x="8128789" y="1015375"/>
              <a:ext cx="1015200" cy="10152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 name="Google Shape;102;p20"/>
          <p:cNvSpPr txBox="1">
            <a:spLocks noGrp="1"/>
          </p:cNvSpPr>
          <p:nvPr>
            <p:ph type="title"/>
          </p:nvPr>
        </p:nvSpPr>
        <p:spPr>
          <a:xfrm>
            <a:off x="490250" y="526350"/>
            <a:ext cx="5618700" cy="40908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103" name="Google Shape;103;p2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4"/>
        <p:cNvGrpSpPr/>
        <p:nvPr/>
      </p:nvGrpSpPr>
      <p:grpSpPr>
        <a:xfrm>
          <a:off x="0" y="0"/>
          <a:ext cx="0" cy="0"/>
          <a:chOff x="0" y="0"/>
          <a:chExt cx="0" cy="0"/>
        </a:xfrm>
      </p:grpSpPr>
      <p:sp>
        <p:nvSpPr>
          <p:cNvPr id="105" name="Google Shape;105;p21"/>
          <p:cNvSpPr/>
          <p:nvPr/>
        </p:nvSpPr>
        <p:spPr>
          <a:xfrm>
            <a:off x="4572000" y="-1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6" name="Google Shape;106;p21"/>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107" name="Google Shape;107;p21"/>
          <p:cNvSpPr txBox="1">
            <a:spLocks noGrp="1"/>
          </p:cNvSpPr>
          <p:nvPr>
            <p:ph type="title"/>
          </p:nvPr>
        </p:nvSpPr>
        <p:spPr>
          <a:xfrm>
            <a:off x="265500" y="1151100"/>
            <a:ext cx="4045200" cy="1564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08" name="Google Shape;108;p21"/>
          <p:cNvSpPr txBox="1">
            <a:spLocks noGrp="1"/>
          </p:cNvSpPr>
          <p:nvPr>
            <p:ph type="subTitle" idx="1"/>
          </p:nvPr>
        </p:nvSpPr>
        <p:spPr>
          <a:xfrm>
            <a:off x="265500" y="2769001"/>
            <a:ext cx="4045200" cy="12693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109" name="Google Shape;109;p2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Clr>
                <a:schemeClr val="lt1"/>
              </a:buClr>
              <a:buSzPts val="1800"/>
              <a:buChar char="●"/>
              <a:defRPr>
                <a:solidFill>
                  <a:schemeClr val="lt1"/>
                </a:solidFill>
              </a:defRPr>
            </a:lvl1pPr>
            <a:lvl2pPr marL="914400" lvl="1" indent="-317500" rtl="0">
              <a:spcBef>
                <a:spcPts val="0"/>
              </a:spcBef>
              <a:spcAft>
                <a:spcPts val="0"/>
              </a:spcAft>
              <a:buClr>
                <a:schemeClr val="lt1"/>
              </a:buClr>
              <a:buSzPts val="1400"/>
              <a:buChar char="○"/>
              <a:defRPr>
                <a:solidFill>
                  <a:schemeClr val="lt1"/>
                </a:solidFill>
              </a:defRPr>
            </a:lvl2pPr>
            <a:lvl3pPr marL="1371600" lvl="2" indent="-317500" rtl="0">
              <a:spcBef>
                <a:spcPts val="0"/>
              </a:spcBef>
              <a:spcAft>
                <a:spcPts val="0"/>
              </a:spcAft>
              <a:buClr>
                <a:schemeClr val="lt1"/>
              </a:buClr>
              <a:buSzPts val="1400"/>
              <a:buChar char="■"/>
              <a:defRPr>
                <a:solidFill>
                  <a:schemeClr val="lt1"/>
                </a:solidFill>
              </a:defRPr>
            </a:lvl3pPr>
            <a:lvl4pPr marL="1828800" lvl="3" indent="-317500" rtl="0">
              <a:spcBef>
                <a:spcPts val="0"/>
              </a:spcBef>
              <a:spcAft>
                <a:spcPts val="0"/>
              </a:spcAft>
              <a:buClr>
                <a:schemeClr val="lt1"/>
              </a:buClr>
              <a:buSzPts val="1400"/>
              <a:buChar char="●"/>
              <a:defRPr>
                <a:solidFill>
                  <a:schemeClr val="lt1"/>
                </a:solidFill>
              </a:defRPr>
            </a:lvl4pPr>
            <a:lvl5pPr marL="2286000" lvl="4" indent="-317500" rtl="0">
              <a:spcBef>
                <a:spcPts val="0"/>
              </a:spcBef>
              <a:spcAft>
                <a:spcPts val="0"/>
              </a:spcAft>
              <a:buClr>
                <a:schemeClr val="lt1"/>
              </a:buClr>
              <a:buSzPts val="1400"/>
              <a:buChar char="○"/>
              <a:defRPr>
                <a:solidFill>
                  <a:schemeClr val="lt1"/>
                </a:solidFill>
              </a:defRPr>
            </a:lvl5pPr>
            <a:lvl6pPr marL="2743200" lvl="5" indent="-317500" rtl="0">
              <a:spcBef>
                <a:spcPts val="0"/>
              </a:spcBef>
              <a:spcAft>
                <a:spcPts val="0"/>
              </a:spcAft>
              <a:buClr>
                <a:schemeClr val="lt1"/>
              </a:buClr>
              <a:buSzPts val="1400"/>
              <a:buChar char="■"/>
              <a:defRPr>
                <a:solidFill>
                  <a:schemeClr val="lt1"/>
                </a:solidFill>
              </a:defRPr>
            </a:lvl6pPr>
            <a:lvl7pPr marL="3200400" lvl="6" indent="-317500" rtl="0">
              <a:spcBef>
                <a:spcPts val="0"/>
              </a:spcBef>
              <a:spcAft>
                <a:spcPts val="0"/>
              </a:spcAft>
              <a:buClr>
                <a:schemeClr val="lt1"/>
              </a:buClr>
              <a:buSzPts val="1400"/>
              <a:buChar char="●"/>
              <a:defRPr>
                <a:solidFill>
                  <a:schemeClr val="lt1"/>
                </a:solidFill>
              </a:defRPr>
            </a:lvl7pPr>
            <a:lvl8pPr marL="3657600" lvl="7" indent="-317500" rtl="0">
              <a:spcBef>
                <a:spcPts val="0"/>
              </a:spcBef>
              <a:spcAft>
                <a:spcPts val="0"/>
              </a:spcAft>
              <a:buClr>
                <a:schemeClr val="lt1"/>
              </a:buClr>
              <a:buSzPts val="1400"/>
              <a:buChar char="○"/>
              <a:defRPr>
                <a:solidFill>
                  <a:schemeClr val="lt1"/>
                </a:solidFill>
              </a:defRPr>
            </a:lvl8pPr>
            <a:lvl9pPr marL="4114800" lvl="8" indent="-317500" rtl="0">
              <a:spcBef>
                <a:spcPts val="0"/>
              </a:spcBef>
              <a:spcAft>
                <a:spcPts val="0"/>
              </a:spcAft>
              <a:buClr>
                <a:schemeClr val="lt1"/>
              </a:buClr>
              <a:buSzPts val="1400"/>
              <a:buChar char="■"/>
              <a:defRPr>
                <a:solidFill>
                  <a:schemeClr val="lt1"/>
                </a:solidFill>
              </a:defRPr>
            </a:lvl9pPr>
          </a:lstStyle>
          <a:p>
            <a:endParaRPr/>
          </a:p>
        </p:txBody>
      </p:sp>
      <p:sp>
        <p:nvSpPr>
          <p:cNvPr id="110" name="Google Shape;110;p21"/>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1"/>
        <p:cNvGrpSpPr/>
        <p:nvPr/>
      </p:nvGrpSpPr>
      <p:grpSpPr>
        <a:xfrm>
          <a:off x="0" y="0"/>
          <a:ext cx="0" cy="0"/>
          <a:chOff x="0" y="0"/>
          <a:chExt cx="0" cy="0"/>
        </a:xfrm>
      </p:grpSpPr>
      <p:sp>
        <p:nvSpPr>
          <p:cNvPr id="112" name="Google Shape;112;p22"/>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113" name="Google Shape;113;p22"/>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114"/>
        <p:cNvGrpSpPr/>
        <p:nvPr/>
      </p:nvGrpSpPr>
      <p:grpSpPr>
        <a:xfrm>
          <a:off x="0" y="0"/>
          <a:ext cx="0" cy="0"/>
          <a:chOff x="0" y="0"/>
          <a:chExt cx="0" cy="0"/>
        </a:xfrm>
      </p:grpSpPr>
      <p:grpSp>
        <p:nvGrpSpPr>
          <p:cNvPr id="115" name="Google Shape;115;p23"/>
          <p:cNvGrpSpPr/>
          <p:nvPr/>
        </p:nvGrpSpPr>
        <p:grpSpPr>
          <a:xfrm>
            <a:off x="6098378" y="5"/>
            <a:ext cx="3045625" cy="2030570"/>
            <a:chOff x="6098378" y="5"/>
            <a:chExt cx="3045625" cy="2030570"/>
          </a:xfrm>
        </p:grpSpPr>
        <p:sp>
          <p:nvSpPr>
            <p:cNvPr id="116" name="Google Shape;116;p23"/>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3"/>
            <p:cNvSpPr/>
            <p:nvPr/>
          </p:nvSpPr>
          <p:spPr>
            <a:xfrm flipH="1">
              <a:off x="7113463" y="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3"/>
            <p:cNvSpPr/>
            <p:nvPr/>
          </p:nvSpPr>
          <p:spPr>
            <a:xfrm rot="10800000" flipH="1">
              <a:off x="7113588" y="107"/>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3"/>
            <p:cNvSpPr/>
            <p:nvPr/>
          </p:nvSpPr>
          <p:spPr>
            <a:xfrm rot="10800000">
              <a:off x="6098378" y="9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3"/>
            <p:cNvSpPr/>
            <p:nvPr/>
          </p:nvSpPr>
          <p:spPr>
            <a:xfrm rot="10800000">
              <a:off x="8128789" y="1015375"/>
              <a:ext cx="1015200" cy="10152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 name="Google Shape;121;p23"/>
          <p:cNvSpPr txBox="1">
            <a:spLocks noGrp="1"/>
          </p:cNvSpPr>
          <p:nvPr>
            <p:ph type="title" hasCustomPrompt="1"/>
          </p:nvPr>
        </p:nvSpPr>
        <p:spPr>
          <a:xfrm>
            <a:off x="311700" y="1256050"/>
            <a:ext cx="8520600" cy="2030700"/>
          </a:xfrm>
          <a:prstGeom prst="rect">
            <a:avLst/>
          </a:prstGeom>
        </p:spPr>
        <p:txBody>
          <a:bodyPr spcFirstLastPara="1" wrap="square" lIns="91425" tIns="91425" rIns="91425" bIns="91425" anchor="b" anchorCtr="0">
            <a:normAutofit/>
          </a:bodyPr>
          <a:lstStyle>
            <a:lvl1pPr lvl="0" algn="ctr" rtl="0">
              <a:spcBef>
                <a:spcPts val="0"/>
              </a:spcBef>
              <a:spcAft>
                <a:spcPts val="0"/>
              </a:spcAft>
              <a:buClr>
                <a:schemeClr val="lt1"/>
              </a:buClr>
              <a:buSzPts val="12000"/>
              <a:buNone/>
              <a:defRPr sz="12000">
                <a:solidFill>
                  <a:schemeClr val="lt1"/>
                </a:solidFill>
              </a:defRPr>
            </a:lvl1pPr>
            <a:lvl2pPr lvl="1" algn="ctr" rtl="0">
              <a:spcBef>
                <a:spcPts val="0"/>
              </a:spcBef>
              <a:spcAft>
                <a:spcPts val="0"/>
              </a:spcAft>
              <a:buClr>
                <a:schemeClr val="lt1"/>
              </a:buClr>
              <a:buSzPts val="12000"/>
              <a:buNone/>
              <a:defRPr sz="12000">
                <a:solidFill>
                  <a:schemeClr val="lt1"/>
                </a:solidFill>
              </a:defRPr>
            </a:lvl2pPr>
            <a:lvl3pPr lvl="2" algn="ctr" rtl="0">
              <a:spcBef>
                <a:spcPts val="0"/>
              </a:spcBef>
              <a:spcAft>
                <a:spcPts val="0"/>
              </a:spcAft>
              <a:buClr>
                <a:schemeClr val="lt1"/>
              </a:buClr>
              <a:buSzPts val="12000"/>
              <a:buNone/>
              <a:defRPr sz="12000">
                <a:solidFill>
                  <a:schemeClr val="lt1"/>
                </a:solidFill>
              </a:defRPr>
            </a:lvl3pPr>
            <a:lvl4pPr lvl="3" algn="ctr" rtl="0">
              <a:spcBef>
                <a:spcPts val="0"/>
              </a:spcBef>
              <a:spcAft>
                <a:spcPts val="0"/>
              </a:spcAft>
              <a:buClr>
                <a:schemeClr val="lt1"/>
              </a:buClr>
              <a:buSzPts val="12000"/>
              <a:buNone/>
              <a:defRPr sz="12000">
                <a:solidFill>
                  <a:schemeClr val="lt1"/>
                </a:solidFill>
              </a:defRPr>
            </a:lvl4pPr>
            <a:lvl5pPr lvl="4" algn="ctr" rtl="0">
              <a:spcBef>
                <a:spcPts val="0"/>
              </a:spcBef>
              <a:spcAft>
                <a:spcPts val="0"/>
              </a:spcAft>
              <a:buClr>
                <a:schemeClr val="lt1"/>
              </a:buClr>
              <a:buSzPts val="12000"/>
              <a:buNone/>
              <a:defRPr sz="12000">
                <a:solidFill>
                  <a:schemeClr val="lt1"/>
                </a:solidFill>
              </a:defRPr>
            </a:lvl5pPr>
            <a:lvl6pPr lvl="5" algn="ctr" rtl="0">
              <a:spcBef>
                <a:spcPts val="0"/>
              </a:spcBef>
              <a:spcAft>
                <a:spcPts val="0"/>
              </a:spcAft>
              <a:buClr>
                <a:schemeClr val="lt1"/>
              </a:buClr>
              <a:buSzPts val="12000"/>
              <a:buNone/>
              <a:defRPr sz="12000">
                <a:solidFill>
                  <a:schemeClr val="lt1"/>
                </a:solidFill>
              </a:defRPr>
            </a:lvl6pPr>
            <a:lvl7pPr lvl="6" algn="ctr" rtl="0">
              <a:spcBef>
                <a:spcPts val="0"/>
              </a:spcBef>
              <a:spcAft>
                <a:spcPts val="0"/>
              </a:spcAft>
              <a:buClr>
                <a:schemeClr val="lt1"/>
              </a:buClr>
              <a:buSzPts val="12000"/>
              <a:buNone/>
              <a:defRPr sz="12000">
                <a:solidFill>
                  <a:schemeClr val="lt1"/>
                </a:solidFill>
              </a:defRPr>
            </a:lvl7pPr>
            <a:lvl8pPr lvl="7" algn="ctr" rtl="0">
              <a:spcBef>
                <a:spcPts val="0"/>
              </a:spcBef>
              <a:spcAft>
                <a:spcPts val="0"/>
              </a:spcAft>
              <a:buClr>
                <a:schemeClr val="lt1"/>
              </a:buClr>
              <a:buSzPts val="12000"/>
              <a:buNone/>
              <a:defRPr sz="12000">
                <a:solidFill>
                  <a:schemeClr val="lt1"/>
                </a:solidFill>
              </a:defRPr>
            </a:lvl8pPr>
            <a:lvl9pPr lvl="8" algn="ctr" rtl="0">
              <a:spcBef>
                <a:spcPts val="0"/>
              </a:spcBef>
              <a:spcAft>
                <a:spcPts val="0"/>
              </a:spcAft>
              <a:buClr>
                <a:schemeClr val="lt1"/>
              </a:buClr>
              <a:buSzPts val="12000"/>
              <a:buNone/>
              <a:defRPr sz="12000">
                <a:solidFill>
                  <a:schemeClr val="lt1"/>
                </a:solidFill>
              </a:defRPr>
            </a:lvl9pPr>
          </a:lstStyle>
          <a:p>
            <a:r>
              <a:t>xx%</a:t>
            </a:r>
          </a:p>
        </p:txBody>
      </p:sp>
      <p:sp>
        <p:nvSpPr>
          <p:cNvPr id="122" name="Google Shape;122;p23"/>
          <p:cNvSpPr txBox="1">
            <a:spLocks noGrp="1"/>
          </p:cNvSpPr>
          <p:nvPr>
            <p:ph type="body" idx="1"/>
          </p:nvPr>
        </p:nvSpPr>
        <p:spPr>
          <a:xfrm>
            <a:off x="311700" y="3369225"/>
            <a:ext cx="8520600" cy="12819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Clr>
                <a:schemeClr val="lt1"/>
              </a:buClr>
              <a:buSzPts val="1800"/>
              <a:buChar char="●"/>
              <a:defRPr>
                <a:solidFill>
                  <a:schemeClr val="lt1"/>
                </a:solidFill>
              </a:defRPr>
            </a:lvl1pPr>
            <a:lvl2pPr marL="914400" lvl="1" indent="-317500" algn="ctr" rtl="0">
              <a:spcBef>
                <a:spcPts val="0"/>
              </a:spcBef>
              <a:spcAft>
                <a:spcPts val="0"/>
              </a:spcAft>
              <a:buClr>
                <a:schemeClr val="lt1"/>
              </a:buClr>
              <a:buSzPts val="1400"/>
              <a:buChar char="○"/>
              <a:defRPr>
                <a:solidFill>
                  <a:schemeClr val="lt1"/>
                </a:solidFill>
              </a:defRPr>
            </a:lvl2pPr>
            <a:lvl3pPr marL="1371600" lvl="2" indent="-317500" algn="ctr" rtl="0">
              <a:spcBef>
                <a:spcPts val="0"/>
              </a:spcBef>
              <a:spcAft>
                <a:spcPts val="0"/>
              </a:spcAft>
              <a:buClr>
                <a:schemeClr val="lt1"/>
              </a:buClr>
              <a:buSzPts val="1400"/>
              <a:buChar char="■"/>
              <a:defRPr>
                <a:solidFill>
                  <a:schemeClr val="lt1"/>
                </a:solidFill>
              </a:defRPr>
            </a:lvl3pPr>
            <a:lvl4pPr marL="1828800" lvl="3" indent="-317500" algn="ctr" rtl="0">
              <a:spcBef>
                <a:spcPts val="0"/>
              </a:spcBef>
              <a:spcAft>
                <a:spcPts val="0"/>
              </a:spcAft>
              <a:buClr>
                <a:schemeClr val="lt1"/>
              </a:buClr>
              <a:buSzPts val="1400"/>
              <a:buChar char="●"/>
              <a:defRPr>
                <a:solidFill>
                  <a:schemeClr val="lt1"/>
                </a:solidFill>
              </a:defRPr>
            </a:lvl4pPr>
            <a:lvl5pPr marL="2286000" lvl="4" indent="-317500" algn="ctr" rtl="0">
              <a:spcBef>
                <a:spcPts val="0"/>
              </a:spcBef>
              <a:spcAft>
                <a:spcPts val="0"/>
              </a:spcAft>
              <a:buClr>
                <a:schemeClr val="lt1"/>
              </a:buClr>
              <a:buSzPts val="1400"/>
              <a:buChar char="○"/>
              <a:defRPr>
                <a:solidFill>
                  <a:schemeClr val="lt1"/>
                </a:solidFill>
              </a:defRPr>
            </a:lvl5pPr>
            <a:lvl6pPr marL="2743200" lvl="5" indent="-317500" algn="ctr" rtl="0">
              <a:spcBef>
                <a:spcPts val="0"/>
              </a:spcBef>
              <a:spcAft>
                <a:spcPts val="0"/>
              </a:spcAft>
              <a:buClr>
                <a:schemeClr val="lt1"/>
              </a:buClr>
              <a:buSzPts val="1400"/>
              <a:buChar char="■"/>
              <a:defRPr>
                <a:solidFill>
                  <a:schemeClr val="lt1"/>
                </a:solidFill>
              </a:defRPr>
            </a:lvl6pPr>
            <a:lvl7pPr marL="3200400" lvl="6" indent="-317500" algn="ctr" rtl="0">
              <a:spcBef>
                <a:spcPts val="0"/>
              </a:spcBef>
              <a:spcAft>
                <a:spcPts val="0"/>
              </a:spcAft>
              <a:buClr>
                <a:schemeClr val="lt1"/>
              </a:buClr>
              <a:buSzPts val="1400"/>
              <a:buChar char="●"/>
              <a:defRPr>
                <a:solidFill>
                  <a:schemeClr val="lt1"/>
                </a:solidFill>
              </a:defRPr>
            </a:lvl7pPr>
            <a:lvl8pPr marL="3657600" lvl="7" indent="-317500" algn="ctr" rtl="0">
              <a:spcBef>
                <a:spcPts val="0"/>
              </a:spcBef>
              <a:spcAft>
                <a:spcPts val="0"/>
              </a:spcAft>
              <a:buClr>
                <a:schemeClr val="lt1"/>
              </a:buClr>
              <a:buSzPts val="1400"/>
              <a:buChar char="○"/>
              <a:defRPr>
                <a:solidFill>
                  <a:schemeClr val="lt1"/>
                </a:solidFill>
              </a:defRPr>
            </a:lvl8pPr>
            <a:lvl9pPr marL="4114800" lvl="8" indent="-317500" algn="ctr" rtl="0">
              <a:spcBef>
                <a:spcPts val="0"/>
              </a:spcBef>
              <a:spcAft>
                <a:spcPts val="0"/>
              </a:spcAft>
              <a:buClr>
                <a:schemeClr val="lt1"/>
              </a:buClr>
              <a:buSzPts val="1400"/>
              <a:buChar char="■"/>
              <a:defRPr>
                <a:solidFill>
                  <a:schemeClr val="lt1"/>
                </a:solidFill>
              </a:defRPr>
            </a:lvl9pPr>
          </a:lstStyle>
          <a:p>
            <a:endParaRPr/>
          </a:p>
        </p:txBody>
      </p:sp>
      <p:sp>
        <p:nvSpPr>
          <p:cNvPr id="123" name="Google Shape;123;p2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4"/>
        <p:cNvGrpSpPr/>
        <p:nvPr/>
      </p:nvGrpSpPr>
      <p:grpSpPr>
        <a:xfrm>
          <a:off x="0" y="0"/>
          <a:ext cx="0" cy="0"/>
          <a:chOff x="0" y="0"/>
          <a:chExt cx="0" cy="0"/>
        </a:xfrm>
      </p:grpSpPr>
      <p:sp>
        <p:nvSpPr>
          <p:cNvPr id="125" name="Google Shape;125;p2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1pPr>
            <a:lvl2pPr lvl="1"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rtl="0">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52" name="Google Shape;52;p13"/>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Font typeface="Roboto"/>
              <a:buChar char="●"/>
              <a:defRPr sz="1800">
                <a:solidFill>
                  <a:schemeClr val="dk2"/>
                </a:solidFill>
                <a:latin typeface="Roboto"/>
                <a:ea typeface="Roboto"/>
                <a:cs typeface="Roboto"/>
                <a:sym typeface="Roboto"/>
              </a:defRPr>
            </a:lvl1pPr>
            <a:lvl2pPr marL="914400" lvl="1"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2pPr>
            <a:lvl3pPr marL="1371600" lvl="2"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3pPr>
            <a:lvl4pPr marL="1828800" lvl="3"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4pPr>
            <a:lvl5pPr marL="2286000" lvl="4"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5pPr>
            <a:lvl6pPr marL="2743200" lvl="5"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6pPr>
            <a:lvl7pPr marL="3200400" lvl="6"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7pPr>
            <a:lvl8pPr marL="3657600" lvl="7"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8pPr>
            <a:lvl9pPr marL="4114800" lvl="8" indent="-317500" rtl="0">
              <a:lnSpc>
                <a:spcPct val="115000"/>
              </a:lnSpc>
              <a:spcBef>
                <a:spcPts val="0"/>
              </a:spcBef>
              <a:spcAft>
                <a:spcPts val="0"/>
              </a:spcAft>
              <a:buClr>
                <a:schemeClr val="dk2"/>
              </a:buClr>
              <a:buSzPts val="1400"/>
              <a:buFont typeface="Roboto"/>
              <a:buChar char="■"/>
              <a:defRPr>
                <a:solidFill>
                  <a:schemeClr val="dk2"/>
                </a:solidFill>
                <a:latin typeface="Roboto"/>
                <a:ea typeface="Roboto"/>
                <a:cs typeface="Roboto"/>
                <a:sym typeface="Roboto"/>
              </a:defRPr>
            </a:lvl9pPr>
          </a:lstStyle>
          <a:p>
            <a:endParaRPr/>
          </a:p>
        </p:txBody>
      </p:sp>
      <p:sp>
        <p:nvSpPr>
          <p:cNvPr id="53" name="Google Shape;53;p13"/>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a:solidFill>
                  <a:schemeClr val="lt1"/>
                </a:solidFill>
                <a:latin typeface="Roboto"/>
                <a:ea typeface="Roboto"/>
                <a:cs typeface="Roboto"/>
                <a:sym typeface="Roboto"/>
              </a:defRPr>
            </a:lvl1pPr>
            <a:lvl2pPr lvl="1" algn="r" rtl="0">
              <a:buNone/>
              <a:defRPr sz="1000">
                <a:solidFill>
                  <a:schemeClr val="lt1"/>
                </a:solidFill>
                <a:latin typeface="Roboto"/>
                <a:ea typeface="Roboto"/>
                <a:cs typeface="Roboto"/>
                <a:sym typeface="Roboto"/>
              </a:defRPr>
            </a:lvl2pPr>
            <a:lvl3pPr lvl="2" algn="r" rtl="0">
              <a:buNone/>
              <a:defRPr sz="1000">
                <a:solidFill>
                  <a:schemeClr val="lt1"/>
                </a:solidFill>
                <a:latin typeface="Roboto"/>
                <a:ea typeface="Roboto"/>
                <a:cs typeface="Roboto"/>
                <a:sym typeface="Roboto"/>
              </a:defRPr>
            </a:lvl3pPr>
            <a:lvl4pPr lvl="3" algn="r" rtl="0">
              <a:buNone/>
              <a:defRPr sz="1000">
                <a:solidFill>
                  <a:schemeClr val="lt1"/>
                </a:solidFill>
                <a:latin typeface="Roboto"/>
                <a:ea typeface="Roboto"/>
                <a:cs typeface="Roboto"/>
                <a:sym typeface="Roboto"/>
              </a:defRPr>
            </a:lvl4pPr>
            <a:lvl5pPr lvl="4" algn="r" rtl="0">
              <a:buNone/>
              <a:defRPr sz="1000">
                <a:solidFill>
                  <a:schemeClr val="lt1"/>
                </a:solidFill>
                <a:latin typeface="Roboto"/>
                <a:ea typeface="Roboto"/>
                <a:cs typeface="Roboto"/>
                <a:sym typeface="Roboto"/>
              </a:defRPr>
            </a:lvl5pPr>
            <a:lvl6pPr lvl="5" algn="r" rtl="0">
              <a:buNone/>
              <a:defRPr sz="1000">
                <a:solidFill>
                  <a:schemeClr val="lt1"/>
                </a:solidFill>
                <a:latin typeface="Roboto"/>
                <a:ea typeface="Roboto"/>
                <a:cs typeface="Roboto"/>
                <a:sym typeface="Roboto"/>
              </a:defRPr>
            </a:lvl6pPr>
            <a:lvl7pPr lvl="6" algn="r" rtl="0">
              <a:buNone/>
              <a:defRPr sz="1000">
                <a:solidFill>
                  <a:schemeClr val="lt1"/>
                </a:solidFill>
                <a:latin typeface="Roboto"/>
                <a:ea typeface="Roboto"/>
                <a:cs typeface="Roboto"/>
                <a:sym typeface="Roboto"/>
              </a:defRPr>
            </a:lvl7pPr>
            <a:lvl8pPr lvl="7" algn="r" rtl="0">
              <a:buNone/>
              <a:defRPr sz="1000">
                <a:solidFill>
                  <a:schemeClr val="lt1"/>
                </a:solidFill>
                <a:latin typeface="Roboto"/>
                <a:ea typeface="Roboto"/>
                <a:cs typeface="Roboto"/>
                <a:sym typeface="Roboto"/>
              </a:defRPr>
            </a:lvl8pPr>
            <a:lvl9pPr lvl="8" algn="r" rtl="0">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hyperlink" Target="https://docs.google.com/document/d/12H-gRXGVcmA_F55Vfwv-nYgMw9gRaAsIo1LAiq9tpnI/edit?usp=sharing" TargetMode="External"/><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5"/>
          <p:cNvSpPr txBox="1">
            <a:spLocks noGrp="1"/>
          </p:cNvSpPr>
          <p:nvPr>
            <p:ph type="ctrTitle"/>
          </p:nvPr>
        </p:nvSpPr>
        <p:spPr>
          <a:xfrm>
            <a:off x="598100" y="1775222"/>
            <a:ext cx="8222100" cy="838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Work Progress Update 10th June</a:t>
            </a:r>
            <a:endParaRPr/>
          </a:p>
        </p:txBody>
      </p:sp>
      <p:sp>
        <p:nvSpPr>
          <p:cNvPr id="131" name="Google Shape;131;p25"/>
          <p:cNvSpPr txBox="1">
            <a:spLocks noGrp="1"/>
          </p:cNvSpPr>
          <p:nvPr>
            <p:ph type="subTitle" idx="1"/>
          </p:nvPr>
        </p:nvSpPr>
        <p:spPr>
          <a:xfrm>
            <a:off x="598088" y="2965588"/>
            <a:ext cx="8222100" cy="4329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dirty="0"/>
              <a:t>By: Aryan Rajesh Aher</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6"/>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Data analysis work assigned by Hussein</a:t>
            </a:r>
            <a:endParaRPr/>
          </a:p>
        </p:txBody>
      </p:sp>
      <p:sp>
        <p:nvSpPr>
          <p:cNvPr id="137" name="Google Shape;137;p26"/>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Following the previous work one list was prepared in which times where temperature went overboard by 1 degree was marked. In another instance times were marked where temperature went overboard by 2 degrees were marked. </a:t>
            </a:r>
            <a:endParaRPr/>
          </a:p>
          <a:p>
            <a:pPr marL="457200" lvl="0" indent="-342900" algn="l" rtl="0">
              <a:spcBef>
                <a:spcPts val="0"/>
              </a:spcBef>
              <a:spcAft>
                <a:spcPts val="0"/>
              </a:spcAft>
              <a:buSzPts val="1800"/>
              <a:buChar char="●"/>
            </a:pPr>
            <a:r>
              <a:rPr lang="en"/>
              <a:t>The following slides shows some sample images where these times were marked specifically in the plots. </a:t>
            </a:r>
            <a:endParaRPr/>
          </a:p>
          <a:p>
            <a:pPr marL="457200" lvl="0" indent="-342900" algn="l" rtl="0">
              <a:spcBef>
                <a:spcPts val="0"/>
              </a:spcBef>
              <a:spcAft>
                <a:spcPts val="0"/>
              </a:spcAft>
              <a:buSzPts val="1800"/>
              <a:buChar char="●"/>
            </a:pPr>
            <a:r>
              <a:rPr lang="en"/>
              <a:t>It was again observed that after the implementation of the method by Hussein abnormal temperature instance were as low as 5-10 times in the duration of 10 months and in almost all cases it quickly returned within the bounds in couple of hours or so.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7"/>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Room 1035_02</a:t>
            </a:r>
            <a:endParaRPr/>
          </a:p>
        </p:txBody>
      </p:sp>
      <p:sp>
        <p:nvSpPr>
          <p:cNvPr id="143" name="Google Shape;143;p27"/>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44" name="Google Shape;144;p27"/>
          <p:cNvPicPr preferRelativeResize="0"/>
          <p:nvPr/>
        </p:nvPicPr>
        <p:blipFill>
          <a:blip r:embed="rId3">
            <a:alphaModFix/>
          </a:blip>
          <a:stretch>
            <a:fillRect/>
          </a:stretch>
        </p:blipFill>
        <p:spPr>
          <a:xfrm>
            <a:off x="0" y="1092425"/>
            <a:ext cx="4539251" cy="1815701"/>
          </a:xfrm>
          <a:prstGeom prst="rect">
            <a:avLst/>
          </a:prstGeom>
          <a:noFill/>
          <a:ln>
            <a:noFill/>
          </a:ln>
        </p:spPr>
      </p:pic>
      <p:pic>
        <p:nvPicPr>
          <p:cNvPr id="145" name="Google Shape;145;p27"/>
          <p:cNvPicPr preferRelativeResize="0"/>
          <p:nvPr/>
        </p:nvPicPr>
        <p:blipFill>
          <a:blip r:embed="rId4">
            <a:alphaModFix/>
          </a:blip>
          <a:stretch>
            <a:fillRect/>
          </a:stretch>
        </p:blipFill>
        <p:spPr>
          <a:xfrm>
            <a:off x="4025875" y="2908125"/>
            <a:ext cx="4539259" cy="18157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8"/>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1035_01</a:t>
            </a:r>
            <a:endParaRPr/>
          </a:p>
        </p:txBody>
      </p:sp>
      <p:sp>
        <p:nvSpPr>
          <p:cNvPr id="151" name="Google Shape;151;p28"/>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52" name="Google Shape;152;p28"/>
          <p:cNvPicPr preferRelativeResize="0"/>
          <p:nvPr/>
        </p:nvPicPr>
        <p:blipFill>
          <a:blip r:embed="rId3">
            <a:alphaModFix/>
          </a:blip>
          <a:stretch>
            <a:fillRect/>
          </a:stretch>
        </p:blipFill>
        <p:spPr>
          <a:xfrm>
            <a:off x="152950" y="1092425"/>
            <a:ext cx="4959975" cy="1983975"/>
          </a:xfrm>
          <a:prstGeom prst="rect">
            <a:avLst/>
          </a:prstGeom>
          <a:noFill/>
          <a:ln>
            <a:noFill/>
          </a:ln>
        </p:spPr>
      </p:pic>
      <p:pic>
        <p:nvPicPr>
          <p:cNvPr id="153" name="Google Shape;153;p28"/>
          <p:cNvPicPr preferRelativeResize="0"/>
          <p:nvPr/>
        </p:nvPicPr>
        <p:blipFill>
          <a:blip r:embed="rId4">
            <a:alphaModFix/>
          </a:blip>
          <a:stretch>
            <a:fillRect/>
          </a:stretch>
        </p:blipFill>
        <p:spPr>
          <a:xfrm>
            <a:off x="4184050" y="2992300"/>
            <a:ext cx="4959960" cy="1983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Updates on RC modelling: simplified model</a:t>
            </a:r>
            <a:endParaRPr/>
          </a:p>
        </p:txBody>
      </p:sp>
      <p:pic>
        <p:nvPicPr>
          <p:cNvPr id="159" name="Google Shape;159;p29"/>
          <p:cNvPicPr preferRelativeResize="0"/>
          <p:nvPr/>
        </p:nvPicPr>
        <p:blipFill>
          <a:blip r:embed="rId3">
            <a:alphaModFix/>
          </a:blip>
          <a:stretch>
            <a:fillRect/>
          </a:stretch>
        </p:blipFill>
        <p:spPr>
          <a:xfrm>
            <a:off x="2015620" y="1460470"/>
            <a:ext cx="5415074" cy="2704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0"/>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Initial cleaning of data</a:t>
            </a:r>
            <a:endParaRPr/>
          </a:p>
        </p:txBody>
      </p:sp>
      <p:sp>
        <p:nvSpPr>
          <p:cNvPr id="165" name="Google Shape;165;p30"/>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The given data was cleaned thoroughly i.e. outliers were removed. </a:t>
            </a:r>
            <a:endParaRPr/>
          </a:p>
          <a:p>
            <a:pPr marL="457200" lvl="0" indent="-342900" algn="l" rtl="0">
              <a:spcBef>
                <a:spcPts val="0"/>
              </a:spcBef>
              <a:spcAft>
                <a:spcPts val="0"/>
              </a:spcAft>
              <a:buSzPts val="1800"/>
              <a:buChar char="●"/>
            </a:pPr>
            <a:r>
              <a:rPr lang="en"/>
              <a:t>After removing unnecessary data, resampling followed by interpolation was done to ensure that data is at constant time intervals without any gaps. </a:t>
            </a:r>
            <a:endParaRPr/>
          </a:p>
          <a:p>
            <a:pPr marL="457200" lvl="0" indent="-342900" algn="l" rtl="0">
              <a:spcBef>
                <a:spcPts val="0"/>
              </a:spcBef>
              <a:spcAft>
                <a:spcPts val="0"/>
              </a:spcAft>
              <a:buSzPts val="1800"/>
              <a:buChar char="●"/>
            </a:pPr>
            <a:r>
              <a:rPr lang="en"/>
              <a:t>The heat input to the system was calculated as the heat lost by the air. </a:t>
            </a:r>
            <a:endParaRPr/>
          </a:p>
          <a:p>
            <a:pPr marL="457200" lvl="0" indent="-342900" algn="l" rtl="0">
              <a:spcBef>
                <a:spcPts val="0"/>
              </a:spcBef>
              <a:spcAft>
                <a:spcPts val="0"/>
              </a:spcAft>
              <a:buSzPts val="1800"/>
              <a:buChar char="●"/>
            </a:pPr>
            <a:r>
              <a:rPr lang="en"/>
              <a:t>Finally all of the cleaned, resampled and interpolated data was stored in a separate csv file.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1"/>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Parameter fitting</a:t>
            </a:r>
            <a:endParaRPr/>
          </a:p>
        </p:txBody>
      </p:sp>
      <p:sp>
        <p:nvSpPr>
          <p:cNvPr id="171" name="Google Shape;171;p31"/>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Initially the data was trained to predict just the temperature at the next time step. </a:t>
            </a:r>
            <a:endParaRPr/>
          </a:p>
          <a:p>
            <a:pPr marL="457200" lvl="0" indent="-342900" algn="l" rtl="0">
              <a:spcBef>
                <a:spcPts val="0"/>
              </a:spcBef>
              <a:spcAft>
                <a:spcPts val="0"/>
              </a:spcAft>
              <a:buSzPts val="1800"/>
              <a:buChar char="●"/>
            </a:pPr>
            <a:r>
              <a:rPr lang="en"/>
              <a:t>This method gave very less error (mae around 0.05 degrees) on the testing data but Aya suggested this would not work for the time series which is expected as it was trained to only predict the temperature at the next step of 5 mins. </a:t>
            </a:r>
            <a:endParaRPr/>
          </a:p>
          <a:p>
            <a:pPr marL="457200" lvl="0" indent="-342900" algn="l" rtl="0">
              <a:spcBef>
                <a:spcPts val="0"/>
              </a:spcBef>
              <a:spcAft>
                <a:spcPts val="0"/>
              </a:spcAft>
              <a:buSzPts val="1800"/>
              <a:buChar char="●"/>
            </a:pPr>
            <a:r>
              <a:rPr lang="en"/>
              <a:t>Another method was employed which simulated the temperature for the whole duration and then fitted the data to get the value of R and C. </a:t>
            </a:r>
            <a:endParaRPr/>
          </a:p>
          <a:p>
            <a:pPr marL="457200" lvl="0" indent="-342900" algn="l" rtl="0">
              <a:spcBef>
                <a:spcPts val="0"/>
              </a:spcBef>
              <a:spcAft>
                <a:spcPts val="0"/>
              </a:spcAft>
              <a:buSzPts val="1800"/>
              <a:buChar char="●"/>
            </a:pPr>
            <a:r>
              <a:rPr lang="en"/>
              <a:t>This method gave mae to be around 3 degrees. Aya told that this error was acceptable and also expected as we are making several assumptions on the model.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2"/>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Challenges</a:t>
            </a:r>
            <a:endParaRPr/>
          </a:p>
        </p:txBody>
      </p:sp>
      <p:sp>
        <p:nvSpPr>
          <p:cNvPr id="177" name="Google Shape;177;p32"/>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Different solvers was employed to find the optimal R and C. Most of them gave an acceptable answer. </a:t>
            </a:r>
            <a:endParaRPr/>
          </a:p>
          <a:p>
            <a:pPr marL="457200" lvl="0" indent="-342900" algn="l" rtl="0">
              <a:spcBef>
                <a:spcPts val="0"/>
              </a:spcBef>
              <a:spcAft>
                <a:spcPts val="0"/>
              </a:spcAft>
              <a:buSzPts val="1800"/>
              <a:buChar char="●"/>
            </a:pPr>
            <a:r>
              <a:rPr lang="en"/>
              <a:t>The issue is even if the error is low the order of magnitude of Resistance does not make sense for a physical setting. To solve this bounds were given to resistance value so that it comes within expectations but the solvers gave optimal answers which were equal to the bounds meaning the answer is lying on the boundary of the bound. </a:t>
            </a:r>
            <a:endParaRPr/>
          </a:p>
          <a:p>
            <a:pPr marL="457200" lvl="0" indent="-342900" algn="l" rtl="0">
              <a:spcBef>
                <a:spcPts val="0"/>
              </a:spcBef>
              <a:spcAft>
                <a:spcPts val="0"/>
              </a:spcAft>
              <a:buSzPts val="1800"/>
              <a:buChar char="●"/>
            </a:pPr>
            <a:r>
              <a:rPr lang="en"/>
              <a:t>This means we are forcing the answer to come out that way rather than it coming out optimally.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3"/>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Future Tasks	</a:t>
            </a:r>
            <a:endParaRPr/>
          </a:p>
        </p:txBody>
      </p:sp>
      <p:sp>
        <p:nvSpPr>
          <p:cNvPr id="183" name="Google Shape;183;p33"/>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Figure out a direction to get a reasonable value of resistances. </a:t>
            </a:r>
            <a:endParaRPr/>
          </a:p>
          <a:p>
            <a:pPr marL="457200" lvl="0" indent="-342900" algn="l" rtl="0">
              <a:spcBef>
                <a:spcPts val="0"/>
              </a:spcBef>
              <a:spcAft>
                <a:spcPts val="0"/>
              </a:spcAft>
              <a:buSzPts val="1800"/>
              <a:buChar char="●"/>
            </a:pPr>
            <a:r>
              <a:rPr lang="en"/>
              <a:t>Start working on the control aspects of the task.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4"/>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Airport data work	</a:t>
            </a:r>
            <a:endParaRPr/>
          </a:p>
        </p:txBody>
      </p:sp>
      <p:sp>
        <p:nvSpPr>
          <p:cNvPr id="189" name="Google Shape;189;p34"/>
          <p:cNvSpPr txBox="1">
            <a:spLocks noGrp="1"/>
          </p:cNvSpPr>
          <p:nvPr>
            <p:ph type="body" idx="1"/>
          </p:nvPr>
        </p:nvSpPr>
        <p:spPr>
          <a:xfrm>
            <a:off x="311700" y="1229875"/>
            <a:ext cx="8520600" cy="3339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Data as suggested by you and Sleiman and you were collected by me and aryan. I did it for 5 airports including Montreal, Munich, Heathrow, Beijing and Atlanta. For now I have collected the data in google docs. We still need to compile the whole data and send it to sleiman.</a:t>
            </a:r>
            <a:endParaRPr/>
          </a:p>
          <a:p>
            <a:pPr marL="0" lvl="0" indent="0" algn="l" rtl="0">
              <a:spcBef>
                <a:spcPts val="1200"/>
              </a:spcBef>
              <a:spcAft>
                <a:spcPts val="0"/>
              </a:spcAft>
              <a:buNone/>
            </a:pPr>
            <a:r>
              <a:rPr lang="en"/>
              <a:t>This is the link to the data that I collected. </a:t>
            </a:r>
            <a:endParaRPr/>
          </a:p>
          <a:p>
            <a:pPr marL="0" lvl="0" indent="0" algn="l" rtl="0">
              <a:spcBef>
                <a:spcPts val="1200"/>
              </a:spcBef>
              <a:spcAft>
                <a:spcPts val="1200"/>
              </a:spcAft>
              <a:buNone/>
            </a:pPr>
            <a:r>
              <a:rPr lang="en" u="sng">
                <a:solidFill>
                  <a:schemeClr val="hlink"/>
                </a:solidFill>
                <a:hlinkClick r:id="rId3"/>
              </a:rPr>
              <a:t>Airport data</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526</Words>
  <Application>Microsoft Office PowerPoint</Application>
  <PresentationFormat>On-screen Show (16:9)</PresentationFormat>
  <Paragraphs>30</Paragraphs>
  <Slides>10</Slides>
  <Notes>10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10</vt:i4>
      </vt:variant>
    </vt:vector>
  </HeadingPairs>
  <TitlesOfParts>
    <vt:vector size="14" baseType="lpstr">
      <vt:lpstr>Roboto</vt:lpstr>
      <vt:lpstr>Arial</vt:lpstr>
      <vt:lpstr>Simple Light</vt:lpstr>
      <vt:lpstr>Geometric</vt:lpstr>
      <vt:lpstr>Work Progress Update 10th June</vt:lpstr>
      <vt:lpstr>Data analysis work assigned by Hussein</vt:lpstr>
      <vt:lpstr>Room 1035_02</vt:lpstr>
      <vt:lpstr>1035_01</vt:lpstr>
      <vt:lpstr>Updates on RC modelling: simplified model</vt:lpstr>
      <vt:lpstr>Initial cleaning of data</vt:lpstr>
      <vt:lpstr>Parameter fitting</vt:lpstr>
      <vt:lpstr>Challenges</vt:lpstr>
      <vt:lpstr>Future Tasks </vt:lpstr>
      <vt:lpstr>Airport data work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 Progress Update 10th June</dc:title>
  <dc:creator>ASUS</dc:creator>
  <cp:lastModifiedBy>Aryan Aher</cp:lastModifiedBy>
  <cp:revision>1</cp:revision>
  <dcterms:modified xsi:type="dcterms:W3CDTF">2025-11-28T22:22:30Z</dcterms:modified>
</cp:coreProperties>
</file>