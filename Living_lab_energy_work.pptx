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eb6b30dd2f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eb6b30dd2f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eb6b30dd2f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eb6b30dd2f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b6b30dd2f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eb6b30dd2f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1ba43ec0a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1ba43ec0a1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dbf26e18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edbf26e18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dbf26e18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edbf26e18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e0bdd6a4e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ee0bdd6a4e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dbf26e18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dbf26e18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ee0bdd6a4e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ee0bdd6a4e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ed732e76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ed732e76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6" name="Google Shape;66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6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75" name="Google Shape;75;p16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6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7" name="Google Shape;97;p2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0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6" name="Google Shape;10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6" name="Google Shape;116;p2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" name="Google Shape;12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3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Living Lab setpoints &amp; Energy Work</a:t>
            </a:r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1"/>
          </p:nvPr>
        </p:nvSpPr>
        <p:spPr>
          <a:xfrm>
            <a:off x="598088" y="2965588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By: Aryan Rajesh Aher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Monthly average of setpoints over the year</a:t>
            </a:r>
            <a:endParaRPr/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075" y="1170200"/>
            <a:ext cx="3817642" cy="3820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1642" y="1170200"/>
            <a:ext cx="3817642" cy="3820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Set-points and temperature throughout the year</a:t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550" y="1487075"/>
            <a:ext cx="4572000" cy="263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0750" y="1535663"/>
            <a:ext cx="4297679" cy="2385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Enlarged image for 1035_01</a:t>
            </a:r>
            <a:endParaRPr/>
          </a:p>
        </p:txBody>
      </p:sp>
      <p:pic>
        <p:nvPicPr>
          <p:cNvPr id="151" name="Google Shape;1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100" y="1660100"/>
            <a:ext cx="7425326" cy="297012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8"/>
          <p:cNvSpPr txBox="1"/>
          <p:nvPr/>
        </p:nvSpPr>
        <p:spPr>
          <a:xfrm>
            <a:off x="410600" y="1180725"/>
            <a:ext cx="78501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Graph showing temperature and set_points variations from 14th feb to 23th feb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Energy Plots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body" idx="1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number on the bar shows the percent of data available in that month.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energy calculations is done using the following equations.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9" name="Google Shape;159;p29"/>
          <p:cNvPicPr preferRelativeResize="0"/>
          <p:nvPr/>
        </p:nvPicPr>
        <p:blipFill rotWithShape="1">
          <a:blip r:embed="rId3">
            <a:alphaModFix/>
          </a:blip>
          <a:srcRect r="26696"/>
          <a:stretch/>
        </p:blipFill>
        <p:spPr>
          <a:xfrm>
            <a:off x="685800" y="1928175"/>
            <a:ext cx="7772399" cy="2720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14800" cy="2016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9600" y="152400"/>
            <a:ext cx="4114800" cy="2016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321052"/>
            <a:ext cx="4114801" cy="1995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9600" y="2321052"/>
            <a:ext cx="4114800" cy="2026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/>
        </p:nvSpPr>
        <p:spPr>
          <a:xfrm>
            <a:off x="1509200" y="811200"/>
            <a:ext cx="575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1"/>
          <p:cNvSpPr txBox="1"/>
          <p:nvPr/>
        </p:nvSpPr>
        <p:spPr>
          <a:xfrm>
            <a:off x="400600" y="1080850"/>
            <a:ext cx="8431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values are small in the bottom rooms when when compared to one at the top. Below are enlarged plots of those rooms.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Enlarged plots for 1035_01 and 1035_02</a:t>
            </a:r>
            <a:endParaRPr/>
          </a:p>
        </p:txBody>
      </p:sp>
      <p:pic>
        <p:nvPicPr>
          <p:cNvPr id="175" name="Google Shape;17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72150"/>
            <a:ext cx="4114800" cy="2005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9600" y="1972150"/>
            <a:ext cx="4114800" cy="2047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title"/>
          </p:nvPr>
        </p:nvSpPr>
        <p:spPr>
          <a:xfrm>
            <a:off x="311700" y="1004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Avg hourly energy consumption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0600"/>
            <a:ext cx="4114801" cy="1995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9601" y="860600"/>
            <a:ext cx="4114800" cy="2016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9601" y="3029252"/>
            <a:ext cx="4114801" cy="2005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3008678"/>
            <a:ext cx="4114800" cy="1970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Enlarged plots for 1035_01 and 1035_02</a:t>
            </a:r>
            <a:endParaRPr/>
          </a:p>
        </p:txBody>
      </p:sp>
      <p:pic>
        <p:nvPicPr>
          <p:cNvPr id="191" name="Google Shape;19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600" y="1170200"/>
            <a:ext cx="4114800" cy="2016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200"/>
            <a:ext cx="4114801" cy="1991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>
            <a:spLocks noGrp="1"/>
          </p:cNvSpPr>
          <p:nvPr>
            <p:ph type="title"/>
          </p:nvPr>
        </p:nvSpPr>
        <p:spPr>
          <a:xfrm>
            <a:off x="311700" y="1902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AHU consumption	</a:t>
            </a:r>
            <a:endParaRPr/>
          </a:p>
        </p:txBody>
      </p:sp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300" y="798067"/>
            <a:ext cx="6400799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4"/>
          <p:cNvSpPr txBox="1"/>
          <p:nvPr/>
        </p:nvSpPr>
        <p:spPr>
          <a:xfrm>
            <a:off x="311700" y="4057075"/>
            <a:ext cx="65607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number on the top represents the percentage of data available in each month.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On-screen Show (16:9)</PresentationFormat>
  <Paragraphs>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Roboto</vt:lpstr>
      <vt:lpstr>Arial</vt:lpstr>
      <vt:lpstr>Simple Light</vt:lpstr>
      <vt:lpstr>Geometric</vt:lpstr>
      <vt:lpstr>Living Lab setpoints &amp; Energy Work</vt:lpstr>
      <vt:lpstr>Monthly average of setpoints over the year</vt:lpstr>
      <vt:lpstr>Set-points and temperature throughout the year</vt:lpstr>
      <vt:lpstr>Enlarged image for 1035_01</vt:lpstr>
      <vt:lpstr>Energy Plots </vt:lpstr>
      <vt:lpstr>PowerPoint Presentation</vt:lpstr>
      <vt:lpstr>Enlarged plots for 1035_01 and 1035_02</vt:lpstr>
      <vt:lpstr>Avg hourly energy consumption  </vt:lpstr>
      <vt:lpstr>Enlarged plots for 1035_01 and 1035_02</vt:lpstr>
      <vt:lpstr>Total AHU consumption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Living Lab setpoints &amp; Energy Work</dc:title>
  <dc:creator>ASUS</dc:creator>
  <cp:lastModifiedBy>Aryan Aher</cp:lastModifiedBy>
  <cp:revision>1</cp:revision>
  <dcterms:modified xsi:type="dcterms:W3CDTF">2025-11-28T22:19:04Z</dcterms:modified>
</cp:coreProperties>
</file>